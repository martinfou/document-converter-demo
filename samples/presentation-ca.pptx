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843D"/>
                </a:solidFill>
              </a:defRPr>
            </a:pPr>
            <a:r>
              <a:t>Conseil d'administration — Revue stratégique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843D"/>
                </a:solidFill>
              </a:defRPr>
            </a:pPr>
            <a:r>
              <a:t>Faits saillants</a:t>
            </a:r>
          </a:p>
          <a:p>
            <a:pPr>
              <a:spcBef>
                <a:spcPts val="2000"/>
              </a:spcBef>
              <a:defRPr sz="2400"/>
            </a:pPr>
            <a:r>
              <a:t>📈 Croissance des revenus — +8,3% ce trimestre</a:t>
            </a:r>
          </a:p>
          <a:p>
            <a:pPr>
              <a:spcBef>
                <a:spcPts val="2000"/>
              </a:spcBef>
              <a:defRPr sz="2400"/>
            </a:pPr>
            <a:r>
              <a:t>🔐 Sécurité renforcée — Certification ISO 27001 obtenue</a:t>
            </a:r>
          </a:p>
          <a:p>
            <a:pPr>
              <a:spcBef>
                <a:spcPts val="2000"/>
              </a:spcBef>
              <a:defRPr sz="2400"/>
            </a:pPr>
            <a:r>
              <a:t>☁️ Migration cloud — 60% des services migrés</a:t>
            </a:r>
          </a:p>
          <a:p>
            <a:pPr>
              <a:spcBef>
                <a:spcPts val="2000"/>
              </a:spcBef>
              <a:defRPr sz="2400"/>
            </a:pPr>
            <a:r>
              <a:t>🤖 Automatisation — 45 processus automatisés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